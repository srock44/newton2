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ME 3310 — Mechanics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C9D4EE"/>
                </a:solidFill>
              </a:defRPr>
            </a:pPr>
            <a:r>
              <a:t>Lecture 9: Beam Bending &amp; Deflection — my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9D4EE"/>
                </a:solidFill>
              </a:defRPr>
            </a:pPr>
            <a:r>
              <a:t>Marcus Reyes · Mechanical Engineering, Year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Euler–Bernoulli beam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What the formulas on the next slides assume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• Plane sections stay plane and perpendicular to the neutral axis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• Small deflections and slopes; linear-elastic material (Hooke's law)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• Governing equation:  E I · d²v/dx² = M(x)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• Integrate twice, then fix the constants with boundary conditions: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     – pinned / roller support:  v = 0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     – fixed (built-in) support:  v = 0  AND  dv/dx = 0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     – symmetry about midspan:  dv/dx = 0 at x = L/2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Bending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Normal stress from the internal bending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σ(y) = − M y / I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Maximum at the outer fibre, y = c:     σ_max = M c / I = M / S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Section modulus:  S = I / c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Tension on one side of the neutral axis, compression on the other; σ = 0 on the axis.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Design check:  σ_max ≤ σ_allow = σ_yield / 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Case A — simply supported, point load at midspan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108960"/>
            <a:ext cx="5120640" cy="201168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14400" y="3310128"/>
            <a:ext cx="365760" cy="329184"/>
          </a:xfrm>
          <a:prstGeom prst="triangle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6035040" y="3310128"/>
            <a:ext cx="365760" cy="329184"/>
          </a:xfrm>
          <a:prstGeom prst="triangle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3493008" y="2240280"/>
            <a:ext cx="329184" cy="822960"/>
          </a:xfrm>
          <a:prstGeom prst="downArrow">
            <a:avLst/>
          </a:prstGeom>
          <a:solidFill>
            <a:srgbClr val="B03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B03211"/>
                </a:solidFill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B66"/>
                </a:solidFill>
              </a:defRPr>
            </a:pPr>
            <a: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Reactions:  R_A = R_B = P / 2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M_max = P L / 4   (at midspan)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δ_max = P L³ / (48 E I)   (at x = L/2)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Slope at the supports:  θ = P L² / (16 E 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Case B — cantilever, point load at the tip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3108960"/>
            <a:ext cx="4754880" cy="201168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651760"/>
            <a:ext cx="228600" cy="1115568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6053328" y="2240280"/>
            <a:ext cx="329184" cy="822960"/>
          </a:xfrm>
          <a:prstGeom prst="downArrow">
            <a:avLst/>
          </a:prstGeom>
          <a:solidFill>
            <a:srgbClr val="B03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B03211"/>
                </a:solidFill>
              </a:defRPr>
            </a:pPr>
            <a: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B66"/>
                </a:solidFill>
              </a:defRPr>
            </a:pPr>
            <a: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Reaction moment at the wall:  M_wall = P L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M_max = P L   (at the fixed end)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δ_max = P L³ / (3 E I)   (at the tip)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Slope at the tip:  θ = P L² / (2 E 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Worked example — Case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Steel W-section:  L = 3.0 m,  P = 12 kN,  E = 200 GPa,  I = 8.0×10⁻⁶ m⁴,  c = 0.10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M_max = P L / 4 = (12 000 N)(3.0 m) / 4 = 9.0 kN·m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σ_max = M c / I = (9 000)(0.10) / (8.0×10⁻⁶) = 112.5 MPa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δ_max = P L³ / (48 E I) = (12 000)(27) / (48 · 200×10⁹ · 8.0×10⁻⁶) = 4.22 mm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Checks:  δ ≤ L/360 = 8.33 mm  ✓      σ ≤ 250 / 1.5 = 166.7 MPa 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Worked example — Case B (same beam, cantilever)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Same L, P, E, I,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M_max = P L = 36 kN·m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σ_max = M c / I = (36 000)(0.10) / (8.0×10⁻⁶) = 450 MPa   ✗  (yield is only 250 MPa)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δ_max = P L³ / (3 E I) = (12 000)(27) / (3 · 200×10⁹ · 8.0×10⁻⁶) = 67.5 mm   ✗  (limit 8.33 mm)</a:t>
            </a:r>
          </a:p>
          <a:p>
            <a:pPr>
              <a:spcAft>
                <a:spcPts val="600"/>
              </a:spcAft>
              <a:defRPr sz="2200" b="0">
                <a:solidFill>
                  <a:srgbClr val="1B2A49"/>
                </a:solidFill>
              </a:defRPr>
            </a:pPr>
            <a:r>
              <a:t>Cantilever vs simply supported:   moment 4× larger,   deflection 16× larger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Open question (mine)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B03211"/>
                </a:solidFill>
              </a:defRPr>
            </a:pPr>
            <a:r>
              <a:t>Why is the cantilever exactly 16× worse in deflection but only 4× worse in moment?</a:t>
            </a:r>
          </a:p>
          <a:p>
            <a:pPr>
              <a:spcAft>
                <a:spcPts val="600"/>
              </a:spcAft>
              <a:defRPr sz="2600" b="0">
                <a:solidFill>
                  <a:srgbClr val="B03211"/>
                </a:solidFill>
              </a:defRPr>
            </a:pPr>
            <a:r>
              <a:t>I can recite both formulas — I want to be able to explain the factor from the</a:t>
            </a:r>
          </a:p>
          <a:p>
            <a:pPr>
              <a:spcAft>
                <a:spcPts val="600"/>
              </a:spcAft>
              <a:defRPr sz="2600" b="0">
                <a:solidFill>
                  <a:srgbClr val="B03211"/>
                </a:solidFill>
              </a:defRPr>
            </a:pPr>
            <a:r>
              <a:t>boundary conditions, not from the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2A49"/>
                </a:solidFill>
              </a:defRPr>
            </a:pPr>
            <a:r>
              <a:t>Homework 9 — Problem 4 (not started)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A simply supported steel beam, L = 4.5 m, carries a central point load P.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E = 200 GPa,  I = 12×10⁻⁶ m⁴,  c = 0.12 m,  σ_yield = 250 MPa,  FS = 1.5.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Deflection limit: δ_max ≤ L / 360.</a:t>
            </a:r>
          </a:p>
          <a:p>
            <a:pPr>
              <a:spcAft>
                <a:spcPts val="600"/>
              </a:spcAft>
              <a:defRPr sz="2400" b="0">
                <a:solidFill>
                  <a:srgbClr val="1B2A49"/>
                </a:solidFill>
              </a:defRPr>
            </a:pPr>
            <a:r>
              <a:t>Find the largest P the beam can carry, and state which check governs.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